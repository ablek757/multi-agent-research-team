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测试主题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深度研究报告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背景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这是背景。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发现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发现一</a:t>
            </a:r>
          </a:p>
          <a:p>
            <a:pPr>
              <a:defRPr sz="1800"/>
            </a:pPr>
            <a:r>
              <a:t>发现二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参考来源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400"/>
            </a:pPr>
            <a:r>
              <a:t>[1] 示例来源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